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CONVITION INFINITE 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Transformando el caos logístico en rentabilidad pura.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Johan Andrés Castro Duran - Gerente General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El Problema: Operar a ciegas cuesta millones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Pérdida de hasta un 30% en combustible por rutas ineficientes.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Cero control en tiempo real sobre la flota y conductores.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Gestión manual obsoleta (WhatsApp, papel).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La Solución: Inteligencia Logística Cloud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Plataforma SaaS B2B 100% digital.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Conexión en tiempo real entre coordinadores y conductores.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Asignación inteligente y monitoreo satelital sin hardware extra.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Propuesta de Valor: Optimización Total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Cero Hardware: Funciona en los celulares de los conductores.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Despliegue Ágil: Implementación operativa en menos de 48 horas.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Blindaje Legal: Cumple con la Ley 1581 (Habeas Data) y PESV.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Proceso Productivo: 4 Pasos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1. Auditoría inicial de la flota.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2. Configuración del entorno del cliente en la Nube.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3. Entrenamiento de coordinadores en el Dashboard Web.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4. Despliegue de la App Móvil para conductores.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Producto Mínimo Viable (MVP)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[INSERTAR AQUÍ PANTALLAZO DEL DASHBOARD EN NEXT.JS / ANTIGRAVITY]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Dashboard administrativo (Control total).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App del conductor (Reportes a un toque).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Viabilidad Financiera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Ingresos: Suscripción mensual (MRR) altamente escalable.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Costos: Gastos operativos Cloud mínimos.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Inversión Inicial: ~$15M COP (Equipos IT y legalización).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El Equipo Emprendedor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Dirección y Ventas B2B.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Desarrollo IT (Arquitectura y APIs).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Operaciones y Customer Success.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Impacto y Conclusión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Ambiental: Reducción drástica de huella de carbono.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Económico: Formalización de flotas locales en Cartagena.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Visión: Transporte de clase mundial.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¿Listos para acelerar?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La tecnología está probada. El mercado tiene la urgencia.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Contáctanos para una auditoría gratuita.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2026-06-09T01:43:10Z</dcterms:created>
  <dcterms:modified xsi:type="dcterms:W3CDTF">2026-06-09T01:43:10Z</dcterms:modified>
</cp:coreProperties>
</file>